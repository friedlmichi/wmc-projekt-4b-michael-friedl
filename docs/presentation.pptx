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0" d="100"/>
          <a:sy n="50" d="100"/>
        </p:scale>
        <p:origin x="1890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4EC74F8-2142-4747-B954-604392C20AD4}" type="datetimeFigureOut">
              <a:rPr lang="de-AT" smtClean="0"/>
              <a:t>11.06.2026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A67E21D-830C-48B6-A25B-DD9C26DB6786}" type="slidenum">
              <a:rPr lang="de-AT" smtClean="0"/>
              <a:t>‹Nr.›</a:t>
            </a:fld>
            <a:endParaRPr lang="de-AT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044198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C74F8-2142-4747-B954-604392C20AD4}" type="datetimeFigureOut">
              <a:rPr lang="de-AT" smtClean="0"/>
              <a:t>11.06.2026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E21D-830C-48B6-A25B-DD9C26DB678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45708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EC74F8-2142-4747-B954-604392C20AD4}" type="datetimeFigureOut">
              <a:rPr lang="de-AT" smtClean="0"/>
              <a:t>11.06.2026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67E21D-830C-48B6-A25B-DD9C26DB6786}" type="slidenum">
              <a:rPr lang="de-AT" smtClean="0"/>
              <a:t>‹Nr.›</a:t>
            </a:fld>
            <a:endParaRPr lang="de-AT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753392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C74F8-2142-4747-B954-604392C20AD4}" type="datetimeFigureOut">
              <a:rPr lang="de-AT" smtClean="0"/>
              <a:t>11.06.2026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E21D-830C-48B6-A25B-DD9C26DB678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46935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C74F8-2142-4747-B954-604392C20AD4}" type="datetimeFigureOut">
              <a:rPr lang="de-AT" smtClean="0"/>
              <a:t>11.06.2026</a:t>
            </a:fld>
            <a:endParaRPr lang="de-A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E21D-830C-48B6-A25B-DD9C26DB678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04498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C74F8-2142-4747-B954-604392C20AD4}" type="datetimeFigureOut">
              <a:rPr lang="de-AT" smtClean="0"/>
              <a:t>11.06.2026</a:t>
            </a:fld>
            <a:endParaRPr lang="de-A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E21D-830C-48B6-A25B-DD9C26DB678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88168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C74F8-2142-4747-B954-604392C20AD4}" type="datetimeFigureOut">
              <a:rPr lang="de-AT" smtClean="0"/>
              <a:t>11.06.2026</a:t>
            </a:fld>
            <a:endParaRPr lang="de-A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E21D-830C-48B6-A25B-DD9C26DB678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68614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EC74F8-2142-4747-B954-604392C20AD4}" type="datetimeFigureOut">
              <a:rPr lang="de-AT" smtClean="0"/>
              <a:t>11.06.2026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67E21D-830C-48B6-A25B-DD9C26DB6786}" type="slidenum">
              <a:rPr lang="de-AT" smtClean="0"/>
              <a:t>‹Nr.›</a:t>
            </a:fld>
            <a:endParaRPr lang="de-AT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903634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EC74F8-2142-4747-B954-604392C20AD4}" type="datetimeFigureOut">
              <a:rPr lang="de-AT" smtClean="0"/>
              <a:t>11.06.2026</a:t>
            </a:fld>
            <a:endParaRPr lang="de-A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de-A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A67E21D-830C-48B6-A25B-DD9C26DB6786}" type="slidenum">
              <a:rPr lang="de-AT" smtClean="0"/>
              <a:t>‹Nr.›</a:t>
            </a:fld>
            <a:endParaRPr lang="de-AT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9165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C74F8-2142-4747-B954-604392C20AD4}" type="datetimeFigureOut">
              <a:rPr lang="de-AT" smtClean="0"/>
              <a:t>11.06.2026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E21D-830C-48B6-A25B-DD9C26DB678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924903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C74F8-2142-4747-B954-604392C20AD4}" type="datetimeFigureOut">
              <a:rPr lang="de-AT" smtClean="0"/>
              <a:t>11.06.2026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E21D-830C-48B6-A25B-DD9C26DB678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103338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24D585-626B-465E-2013-DD03F687C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B6CF986-138D-8C0E-F2C3-67C61A2715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59FAF3-804F-0886-77DA-48607A755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C74F8-2142-4747-B954-604392C20AD4}" type="datetimeFigureOut">
              <a:rPr lang="de-AT" smtClean="0"/>
              <a:t>11.06.2026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5BC4FF-F48C-A52D-23D9-A836F00DB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B16F190-FF46-5454-5A18-6987F6A2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67E21D-830C-48B6-A25B-DD9C26DB6786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313088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B4EC74F8-2142-4747-B954-604392C20AD4}" type="datetimeFigureOut">
              <a:rPr lang="de-AT" smtClean="0"/>
              <a:t>11.06.2026</a:t>
            </a:fld>
            <a:endParaRPr lang="de-A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9A67E21D-830C-48B6-A25B-DD9C26DB6786}" type="slidenum">
              <a:rPr lang="de-AT" smtClean="0"/>
              <a:t>‹Nr.›</a:t>
            </a:fld>
            <a:endParaRPr lang="de-AT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2760108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2A01C9-C089-9932-B803-07DBE0B162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AT"/>
              <a:t>PollenRadar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DE0B273-64CE-4DD6-E401-C13DA04985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Michael Friedl - WMC Project 2026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FD103A88-698F-D61B-1FD2-8845D46A5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897" y="1023023"/>
            <a:ext cx="2646205" cy="1530862"/>
          </a:xfrm>
          <a:prstGeom prst="rect">
            <a:avLst/>
          </a:prstGeom>
          <a:effectLst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4339901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2793B903-AB42-42A0-AE97-93D366679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D868099-6145-4BC0-A5EA-74BEF1776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15356B2-C5F6-7E23-F5D7-5E76607C0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424" y="1110882"/>
            <a:ext cx="3053039" cy="106081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/>
              <a:t>Project Goals &amp; Concept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64FF78F6-4E7C-2F1E-DACB-D26251599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75" y="1125998"/>
            <a:ext cx="6900380" cy="4606003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132F611-9489-A786-7B6D-6E9F9D184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71423" y="2286000"/>
            <a:ext cx="3053039" cy="3931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/>
              <a:t>Targeted support for allergy sufferers
Live pollen risk analysis using geodata
Personal symptom logging &amp; diary history
Interactive map representing local &amp; regional risk levels</a:t>
            </a:r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CC1026F7-DECB-49B4-A565-518BBA4454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983434" y="640080"/>
            <a:ext cx="2296028" cy="3674981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31247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E880B70-9045-4B1E-A61A-E849BE8C8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2B8A2D-F46F-4DA5-8AFF-BC57461C28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8DB75AC-06F5-E01E-99A0-D6EBEB04D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743" y="685800"/>
            <a:ext cx="5793475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System Architecture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DDFD236-B935-83D3-0B9E-3DF606F3C1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4743" y="2286000"/>
            <a:ext cx="5793475" cy="35814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Frontend: Svelte 5, Leaflet Map
Backend: Node.js, Express Server, WebSocket Server
Database: SQLite (database.sqlite):users &amp; symtpom_logs (1-m)
Integrations: Open-Meteo Air Quality API &amp; Google Gemini AI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2BAD85-00E4-4D0A-993C-8372E78E1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661" y="0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pic>
        <p:nvPicPr>
          <p:cNvPr id="4" name="Grafik 3" descr="Web framework Svelte delivers 'most significant release' yet">
            <a:extLst>
              <a:ext uri="{FF2B5EF4-FFF2-40B4-BE49-F238E27FC236}">
                <a16:creationId xmlns:a16="http://schemas.microsoft.com/office/drawing/2014/main" id="{F3C1E064-31D1-A0E6-E6F7-6022D05B6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7090" y="755766"/>
            <a:ext cx="3730079" cy="2480502"/>
          </a:xfrm>
          <a:prstGeom prst="rect">
            <a:avLst/>
          </a:prstGeom>
          <a:ln>
            <a:noFill/>
          </a:ln>
          <a:effectLst/>
        </p:spPr>
      </p:pic>
      <p:pic>
        <p:nvPicPr>
          <p:cNvPr id="5" name="Grafik 4" descr="SQLite – Wikipedia">
            <a:extLst>
              <a:ext uri="{FF2B5EF4-FFF2-40B4-BE49-F238E27FC236}">
                <a16:creationId xmlns:a16="http://schemas.microsoft.com/office/drawing/2014/main" id="{69D4434D-1A49-177C-2E07-37E061AC9C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7090" y="3980753"/>
            <a:ext cx="3730079" cy="1762461"/>
          </a:xfrm>
          <a:prstGeom prst="rect">
            <a:avLst/>
          </a:prstGeom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271696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793B903-AB42-42A0-AE97-93D366679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8BD0511-382E-78DB-6B7C-F144B61E5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0667" y="685800"/>
            <a:ext cx="3656419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Svelte 5 &amp; Frontend Tech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C9E7FA-3295-45ED-8253-D23F9E44E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pic>
        <p:nvPicPr>
          <p:cNvPr id="5" name="Grafik 4" descr="10 GIGANTIC Differences Between German vs English | OptiLingo">
            <a:extLst>
              <a:ext uri="{FF2B5EF4-FFF2-40B4-BE49-F238E27FC236}">
                <a16:creationId xmlns:a16="http://schemas.microsoft.com/office/drawing/2014/main" id="{B727D090-BCDC-FCA4-8AC1-2D11D0B66C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561" y="1525665"/>
            <a:ext cx="6517065" cy="3486629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11A89DB-74E6-F451-7F54-1125652A0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60667" y="2286000"/>
            <a:ext cx="3656419" cy="3581400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en-US" dirty="0"/>
              <a:t>Runes for fine-grained reactivity 
Shared Runes</a:t>
            </a:r>
          </a:p>
          <a:p>
            <a:pPr lvl="1"/>
            <a:r>
              <a:rPr lang="en-US" dirty="0"/>
              <a:t>  * auth.svelte.js: central JWT and user credentials
  * i18n.svelte.js: real-time language toggling (DE/EN)</a:t>
            </a:r>
          </a:p>
          <a:p>
            <a:r>
              <a:rPr lang="en-US" dirty="0"/>
              <a:t>Custom reusable components: Badge &amp; </a:t>
            </a:r>
            <a:r>
              <a:rPr lang="en-US" dirty="0" err="1"/>
              <a:t>AllergenCard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828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793B903-AB42-42A0-AE97-93D366679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AT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482730B-82DE-0E29-E19F-EBE2D0369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3282695" cy="14859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700"/>
              <a:t>WebSockets &amp; Gemini AI Chat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4AFED4-AC9F-7DD7-FC28-39AFA3DA9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3282694" cy="358140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Persistent WebSocket channel on port 3000
Real-time communication for Symptom AI Chat
Context-aware chatbot: SQLite diary logs parsed as Gemini prompt</a:t>
            </a:r>
          </a:p>
        </p:txBody>
      </p:sp>
      <p:pic>
        <p:nvPicPr>
          <p:cNvPr id="4" name="Grafik 3" descr="Introducing Gemini: Google's most capable AI model yet">
            <a:extLst>
              <a:ext uri="{FF2B5EF4-FFF2-40B4-BE49-F238E27FC236}">
                <a16:creationId xmlns:a16="http://schemas.microsoft.com/office/drawing/2014/main" id="{AB8A1AA3-A825-572C-2E7B-C492536F94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467" y="1436055"/>
            <a:ext cx="6517065" cy="366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381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ikrofon und Klavier">
            <a:extLst>
              <a:ext uri="{FF2B5EF4-FFF2-40B4-BE49-F238E27FC236}">
                <a16:creationId xmlns:a16="http://schemas.microsoft.com/office/drawing/2014/main" id="{EDBBEC38-710F-7C38-C08F-57B49944A03F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rcRect t="15078"/>
          <a:stretch>
            <a:fillRect/>
          </a:stretch>
        </p:blipFill>
        <p:spPr>
          <a:xfrm>
            <a:off x="20" y="10"/>
            <a:ext cx="12191980" cy="68593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34BA972-C640-4E2E-B1AC-162A1ABA4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58" y="0"/>
            <a:ext cx="12192000" cy="6858000"/>
          </a:xfrm>
          <a:prstGeom prst="rect">
            <a:avLst/>
          </a:prstGeom>
          <a:gradFill flip="none" rotWithShape="1">
            <a:gsLst>
              <a:gs pos="30000">
                <a:schemeClr val="bg2">
                  <a:alpha val="75000"/>
                </a:schemeClr>
              </a:gs>
              <a:gs pos="100000">
                <a:schemeClr val="bg2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6">
            <a:extLst>
              <a:ext uri="{FF2B5EF4-FFF2-40B4-BE49-F238E27FC236}">
                <a16:creationId xmlns:a16="http://schemas.microsoft.com/office/drawing/2014/main" id="{AB4EBAB6-4362-4DD4-B97E-6707AFA570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H="1" flipV="1">
            <a:off x="752858" y="744469"/>
            <a:ext cx="3275668" cy="4408488"/>
          </a:xfrm>
          <a:custGeom>
            <a:avLst/>
            <a:gdLst/>
            <a:ahLst/>
            <a:cxnLst/>
            <a:rect l="l" t="t" r="r" b="b"/>
            <a:pathLst>
              <a:path w="10002" h="10000">
                <a:moveTo>
                  <a:pt x="8763" y="0"/>
                </a:moveTo>
                <a:lnTo>
                  <a:pt x="10002" y="0"/>
                </a:lnTo>
                <a:lnTo>
                  <a:pt x="10002" y="10000"/>
                </a:lnTo>
                <a:lnTo>
                  <a:pt x="2" y="10000"/>
                </a:lnTo>
                <a:cubicBezTo>
                  <a:pt x="-2" y="9698"/>
                  <a:pt x="4" y="9427"/>
                  <a:pt x="0" y="9125"/>
                </a:cubicBezTo>
                <a:lnTo>
                  <a:pt x="8763" y="9128"/>
                </a:lnTo>
                <a:lnTo>
                  <a:pt x="8763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de-AT"/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2FA5E0A6-4D2A-405F-AA56-A8E597834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l" t="t" r="r" b="b"/>
            <a:pathLst>
              <a:path w="10000" h="10000">
                <a:moveTo>
                  <a:pt x="8761" y="0"/>
                </a:moveTo>
                <a:lnTo>
                  <a:pt x="10000" y="0"/>
                </a:lnTo>
                <a:lnTo>
                  <a:pt x="10000" y="10000"/>
                </a:lnTo>
                <a:lnTo>
                  <a:pt x="0" y="10000"/>
                </a:lnTo>
                <a:lnTo>
                  <a:pt x="0" y="9126"/>
                </a:lnTo>
                <a:lnTo>
                  <a:pt x="8761" y="9127"/>
                </a:lnTo>
                <a:lnTo>
                  <a:pt x="8761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de-AT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CF37BB7-178E-939B-C63E-2928E0FB6F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>
            <a:normAutofit/>
          </a:bodyPr>
          <a:lstStyle/>
          <a:p>
            <a:r>
              <a:rPr lang="de-AT" dirty="0"/>
              <a:t>Live </a:t>
            </a:r>
            <a:r>
              <a:rPr lang="de-AT" dirty="0" err="1"/>
              <a:t>demo</a:t>
            </a:r>
            <a:endParaRPr lang="de-AT" dirty="0"/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D6EED530-6A8A-A290-CEE1-72775241FC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/>
          <a:p>
            <a:endParaRPr lang="de-AT">
              <a:solidFill>
                <a:srgbClr val="191B0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8917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E754E7F0-AE58-0118-4C14-1DACEC97CF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2379887"/>
            <a:ext cx="8361229" cy="2098226"/>
          </a:xfrm>
        </p:spPr>
        <p:txBody>
          <a:bodyPr/>
          <a:lstStyle/>
          <a:p>
            <a:r>
              <a:rPr lang="de-AT" dirty="0"/>
              <a:t>Thanks </a:t>
            </a:r>
            <a:r>
              <a:rPr lang="de-AT" dirty="0" err="1"/>
              <a:t>for</a:t>
            </a:r>
            <a:r>
              <a:rPr lang="de-AT" dirty="0"/>
              <a:t> </a:t>
            </a:r>
            <a:r>
              <a:rPr lang="de-AT" dirty="0" err="1"/>
              <a:t>your</a:t>
            </a:r>
            <a:r>
              <a:rPr lang="de-AT" dirty="0"/>
              <a:t> </a:t>
            </a:r>
            <a:r>
              <a:rPr lang="de-AT" dirty="0" err="1"/>
              <a:t>attention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933755954"/>
      </p:ext>
    </p:extLst>
  </p:cSld>
  <p:clrMapOvr>
    <a:masterClrMapping/>
  </p:clrMapOvr>
</p:sld>
</file>

<file path=ppt/theme/theme1.xml><?xml version="1.0" encoding="utf-8"?>
<a:theme xmlns:a="http://schemas.openxmlformats.org/drawingml/2006/main" name="Ausschnitt">
  <a:themeElements>
    <a:clrScheme name="Grü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usschnitt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Ausschnit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TM10001105[[fn=Ausschnitt]]</Template>
  <TotalTime>0</TotalTime>
  <Words>172</Words>
  <Application>Microsoft Office PowerPoint</Application>
  <PresentationFormat>Breitbild</PresentationFormat>
  <Paragraphs>14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1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9" baseType="lpstr">
      <vt:lpstr>Franklin Gothic Book</vt:lpstr>
      <vt:lpstr>Ausschnitt</vt:lpstr>
      <vt:lpstr>PollenRadar</vt:lpstr>
      <vt:lpstr>Project Goals &amp; Concept</vt:lpstr>
      <vt:lpstr>System Architecture</vt:lpstr>
      <vt:lpstr>Svelte 5 &amp; Frontend Tech</vt:lpstr>
      <vt:lpstr>WebSockets &amp; Gemini AI Chat</vt:lpstr>
      <vt:lpstr>Live demo</vt:lpstr>
      <vt:lpstr>Thanks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FRIEDL</dc:creator>
  <cp:lastModifiedBy>Michael FRIEDL</cp:lastModifiedBy>
  <cp:revision>3</cp:revision>
  <dcterms:created xsi:type="dcterms:W3CDTF">2026-06-11T18:16:35Z</dcterms:created>
  <dcterms:modified xsi:type="dcterms:W3CDTF">2026-06-11T18:35:06Z</dcterms:modified>
</cp:coreProperties>
</file>